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NorthStar Digital</a:t>
            </a:r>
          </a:p>
          <a:p>
            <a:pPr algn="ctr">
              <a:defRPr sz="2600">
                <a:solidFill>
                  <a:srgbClr val="444444"/>
                </a:solidFill>
              </a:defRPr>
            </a:pPr>
            <a:r>
              <a:t>Personal Health Companion App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00400"/>
            <a:ext cx="7863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44444"/>
                </a:solidFill>
              </a:defRPr>
            </a:pPr>
            <a:r>
              <a:t>IT505 Group Project — Project Management Plan</a:t>
            </a:r>
          </a:p>
          <a:p>
            <a:pPr algn="ctr">
              <a:defRPr sz="1500"/>
            </a:pPr>
            <a:r>
              <a:t>Pooja Sharma · Oji Nkechi · Oluwakayode Soyinka · Dominick Tressler</a:t>
            </a:r>
          </a:p>
          <a:p>
            <a:pPr algn="ctr">
              <a:defRPr sz="1400"/>
            </a:pPr>
            <a:r>
              <a:t>Concordia University of Edmonton · March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Background, objectives, and constraints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MVP scope, WBS, and change control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Schedule (Apr 1 – Jul 31, 2026) and Agile delivery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Risk analysis — six prioritized risks with responses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Stakeholder register, power/interest matrix, and communications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Key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Background &amp; strategic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NorthStar Digital Solutions — growing startup; mobile productivity and wellness apps.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Next growth area: digital health — users increasingly manage health on smartphones.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MVP goal: launch quickly, test demand, learn from early adopters (especially older adults).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Product: simple, intuitive app for health tracking, medications, and emergency contacts.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Objectives &amp; project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Deliver a mobile health companion within four months (Apr 1 – Jul 31, 2026).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Give users simple recording of health data and emergency contacts.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Ship an MVP to the market and gather structured feedback.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Demonstrate NorthStar’s ability to deliver a reliable health-related mobile solution.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Constraints: $200,000 budget · 4 months · small cross-functional team · Agile.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MVP — Core features (initial release)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Health tracker — blood pressure, daily exercise, weight, well-being notes.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Medication reminder — schedule, push notifications, medication notes.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Medical contacts directory — doctors, clinics, pharmacies, emergency contacts.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Emergency information card — allergies, conditions, blood type, emergency contacts; quick access in emergencies.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Simple to use; accessible to older adults; secure and privacy-conscious.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Android and iOS compatibility.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Clear navigation, large readable fonts, minimal setup steps.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Scope emphasizes usability and trust — not feature overload.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Budget allocation ($200,000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Project management — $25,000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Mobile development — $90,000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UI/UX design — $25,000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Quality assurance — $25,000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Marketing &amp; launch — $20,000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Contingency reserve — $15,000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Project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Complete within 4 months and within $200,000.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Core features work on both Android and iOS.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Meet usability and accessibility expectations.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No critical security or privacy gaps at release.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MVP launched and user feedback collected.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Project approach (Agile)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Iterative development with continuous feedback across the lifecycle.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Phases: initiation &amp; planning → requirements &amp; scope → UI/UX design/prototyping → incremental core development → QA → MVP launch &amp; feedback.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Small cross-functional team; regular reviews and sprint cycles.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Project Manager: Oji Nkechi — charter dated March 26,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Scope statement (summary)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41148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In scope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Reliable, simple health app for Android/iOS in four months.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Health tracker (BP, exercise, weight, notes).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Medication reminder (schedule, notifications, notes).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Medical contacts &amp; emergency card (allergies, blood type, conditions).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Large fonts, clear navigation, secure privacy-conscious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43000"/>
            <a:ext cx="393192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A365D"/>
                </a:solidFill>
              </a:defRPr>
            </a:pPr>
            <a:r>
              <a:t>Out of scope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Advanced diagnostic tools.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Wearable hardware integration (e.g. smartwatches).</a:t>
            </a:r>
          </a:p>
          <a:p>
            <a:pPr>
              <a:spcAft>
                <a:spcPts val="400"/>
              </a:spcAft>
              <a:defRPr sz="1300">
                <a:solidFill>
                  <a:srgbClr val="444444"/>
                </a:solidFill>
              </a:defRPr>
            </a:pPr>
            <a:r>
              <a:t>Desktop and web versions.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Work breakdown structure (WBS)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1 — Project management: initiation (charter, stakeholders); sprint planning &amp; backlog.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2 — UI/UX: interface design (accessibility, large type); prototypes &amp; navigation flow.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3 — App development: health tracker; medication reminder &amp; notifications; contacts &amp; emergency card DB.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4 — QA: cross-platform testing; accessibility &amp; usability testing.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5 — Deployment &amp; launch: App Store/Google Play submission; early-adopter feedback.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Deliverable verification &amp; scope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Verification: phase/sprint reviews; compare to acceptance criteria; functional, usability, compatibility testing; stakeholder sign-off; document acceptance or revisions.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Changes: document new requests in the product backlog; PM assesses impact on $200k budget and 4-month timeline.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Approved changes may defer lower-priority MVP items to a later version to protect the release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High-level schedule (4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Month 1 (April 2026): Project initiation; requirements; backlog; UI/UX foundations &amp; early prototypes.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Month 2 (May): Complete UI/UX; sprint development — health tracker &amp; medication modules.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Month 3 (June): Contacts &amp; emergency card; integration; begin structured QA cycles.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Month 4 (July): Full QA &amp; accessibility; App Store submissions ≥2 weeks before deadline; MVP launch &amp; feedback collection.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Note: Submit to stores early to allow Apple/Google review cycles; use contingency reserve if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Risk management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PMI/PMBOK: individual project risks (resources, time) vs. overall project risk (environment).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Qualitative analysis (probability × impact, 1–5 scales) — appropriate for MVP planning stage.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Score bands: 15–25 Critical · 10–14 High · 5–9 Moderate · 1–4 Low.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Keep the risk register current via sprint retrospectives and phase-gate reviews.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Risk register — priority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R-01 Data security breach — Technical — P×I → 15 — CRITICAL — Mitigate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R-02 Regulatory non-compliance (PIPEDA/HIPAA) — Legal — 16 — HIGH — Mitigate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R-03 Personnel skill gap / understaffing — Resource — 16 — HIGH — Mitigate/Accept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R-04 Compressed timeline / schedule overrun — Schedule — 12 — HIGH — Mitigate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R-05 Low-quality MVP / excessive defects — Quality — 9 — MODERATE — Mitigate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R-06 Limited market validation (seniors vs. beta testers) — Market — 12 — HIGH — Mitigate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Top risks — 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R-01 Data security breach: PHI on device/server — risk of unauthorized access or interception.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Response: E2E encryption; penetration testing; RBAC; incident response plan before MVP launch. Owner: Mobile Dev / QA Lead.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R-02 Regulatory: PHI collection — PIPEDA/HIPAA exposure; fines, legal action, or app cessation.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Response: legal/privacy consultant early; privacy impact assessment (PIA); consent &amp; data deletion in MVP. Owner: Project Manager.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Risks — people, schedule, quality,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R-03: Hire early; cross-train; agile reviews; contingency contractors (up to $15k reserve). PM owns.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R-04: Timeboxed sprints; de-prioritize non-core work; submit stores 2+ weeks early. PM owns.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R-05: Definition of Done with defect thresholds; QA sprints; Appium-style automation; QA in sprint reviews. QA Lead owns.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R-06: Partner with seniors’ organizations; WCAG 2.1 AA; marketing recruits representative beta testers. Marketing/UI-UX.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Risk analysis —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Security and compliance carry the highest long-term consequence (legal, financial, reputation).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Internal delivery risks (personnel, schedule) are acute in a small Agile team with limited redundancy.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Market validation affects roadmap after MVP more than day-one delivery — still plan for representative older-adult testing.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Stakeholder register (10 stakeholders)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NorthStar leadership — sponsor; on-time/budget launch; bi-weekly executive reports.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PM (Oji Nkechi) — delivery; sprint coordination; central communication hub.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Mobile developer — stable requirements; sprint planning from day one; clear acceptance criteria.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UI/UX designer — older-adult usability; early usability check-ins; personas &amp; wireframes.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QA lead — time to test; sprint reviews; cross-platform test plans.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Marketing rep — audience fit; launch &amp; MVP feedback plan.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End users (incl. older adults) — simplicity, privacy; beta &amp; in-app feedback.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Healthcare professionals — clarity it is a personal tool, not a medical device; optional design review.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App stores (Apple/Google) — compliance with privacy/security rules; early guideline review.</a:t>
            </a:r>
          </a:p>
          <a:p>
            <a:pPr>
              <a:spcAft>
                <a:spcPts val="600"/>
              </a:spcAft>
              <a:defRPr sz="1400">
                <a:solidFill>
                  <a:srgbClr val="444444"/>
                </a:solidFill>
              </a:defRPr>
            </a:pPr>
            <a:r>
              <a:t>Regulators (privacy) — PIPEDA-aligned handling; PIA; minimize data; document decisions.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Power / interest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Manage closely — Project Manager, end users (high interest; users indirect but essential).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Keep satisfied — App stores, regulatory bodies, NorthStar leadership (high influence; compliance &amp; funding).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Keep informed — Mobile developer, UI/UX, QA, marketing (core team).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Monitor — Healthcare professionals (lower influence; endorsement still valuable).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Stakeholder communication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Leadership: executive status report + email — bi-weekly — Project Manager.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Project team: sprint planning, stand-ups, retrospectives — daily / per sprint — PM.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End users: beta program, in-app feedback — post-MVP launch — Marketing representative.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App stores: guideline compliance embedded in schedule; submission milestones tracked early.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Principle: right information, right audience, right time — avoid unnecessary noise.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Clear MVP scope, WBS, and Agile cadence align delivery with a fixed 4-month budget window.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Privacy, security, and regulation are prioritized alongside schedule and quality risks.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Stakeholder and communication plans keep sponsors, stores, regulators, and users appropriately engaged.</a:t>
            </a:r>
          </a:p>
          <a:p>
            <a:pPr>
              <a:spcAft>
                <a:spcPts val="600"/>
              </a:spcAft>
              <a:defRPr sz="1500">
                <a:solidFill>
                  <a:srgbClr val="444444"/>
                </a:solidFill>
              </a:defRPr>
            </a:pPr>
            <a:r>
              <a:t>Next steps: execute sprints, maintain the risk register, and submit to app stores with buffer before Jul 31,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365D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44444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